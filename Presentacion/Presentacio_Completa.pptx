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4" d="100"/>
          <a:sy n="84" d="100"/>
        </p:scale>
        <p:origin x="192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545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743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2587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012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2306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180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759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467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474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194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4943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D71B796-6350-4D80-8BF6-DD12104A8063}" type="datetimeFigureOut">
              <a:rPr lang="es-CO" smtClean="0"/>
              <a:t>17/11/2025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86862FD8-1CAA-4E64-BD54-FE61F30E64D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0099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Relationship Id="rId6" Type="http://schemas.microsoft.com/office/2011/relationships/webextension" Target="../webextensions/webextension3.xml"/><Relationship Id="rId5" Type="http://schemas.openxmlformats.org/officeDocument/2006/relationships/image" Target="../media/image3.png"/><Relationship Id="rId4" Type="http://schemas.microsoft.com/office/2011/relationships/webextension" Target="../webextensions/webextension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035FF-05DA-4624-AE71-E18A078BE5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Futbol desde 2012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CA6FA3-7554-4A53-9EBB-5BBFF65269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dirty="0" err="1"/>
              <a:t>Hayder</a:t>
            </a:r>
            <a:r>
              <a:rPr lang="es-CO" dirty="0"/>
              <a:t> </a:t>
            </a:r>
            <a:r>
              <a:rPr lang="es-CO" dirty="0" err="1"/>
              <a:t>Guierrez</a:t>
            </a:r>
            <a:br>
              <a:rPr lang="es-CO" dirty="0"/>
            </a:br>
            <a:r>
              <a:rPr lang="es-CO" dirty="0"/>
              <a:t>Cristofer Fonseca</a:t>
            </a:r>
          </a:p>
          <a:p>
            <a:r>
              <a:rPr lang="es-CO" dirty="0"/>
              <a:t>Carlos Cortes </a:t>
            </a:r>
          </a:p>
        </p:txBody>
      </p:sp>
    </p:spTree>
    <p:extLst>
      <p:ext uri="{BB962C8B-B14F-4D97-AF65-F5344CB8AC3E}">
        <p14:creationId xmlns:p14="http://schemas.microsoft.com/office/powerpoint/2010/main" val="13854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70138-C1DC-4C57-8E05-2370B198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DATOS PRINCIPALES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8F326BB0-B51B-4C95-881A-11DDDEF50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solidFill>
                  <a:schemeClr val="tx2">
                    <a:lumMod val="10000"/>
                  </a:schemeClr>
                </a:solidFill>
              </a:rPr>
              <a:t>La base de datos seleccionada es una con temática de futbol, con fechas, nombres de equipos, si eran visitantes o locales y con los goles a favor o en contra.</a:t>
            </a:r>
          </a:p>
          <a:p>
            <a:r>
              <a:rPr lang="es-CO" dirty="0">
                <a:solidFill>
                  <a:schemeClr val="tx2">
                    <a:lumMod val="10000"/>
                  </a:schemeClr>
                </a:solidFill>
              </a:rPr>
              <a:t>Se implementaron columnas adicionales que permitieron un mejor manejo de datos y se eliminaron las que no cumplían una función en el análisis. </a:t>
            </a:r>
          </a:p>
          <a:p>
            <a:r>
              <a:rPr lang="es-CO" dirty="0">
                <a:solidFill>
                  <a:schemeClr val="tx2">
                    <a:lumMod val="10000"/>
                  </a:schemeClr>
                </a:solidFill>
              </a:rPr>
              <a:t>Los datos en su totalidad marcaban desde el 1800 por esa razón se filtraron para que el registro solo tome desde el año 2012.</a:t>
            </a:r>
            <a:br>
              <a:rPr lang="es-CO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3332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57870-956A-4F01-8BB6-6D205F649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Juegos y goles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Marcador de contenido 3" title="Microsoft Power BI">
                <a:extLst>
                  <a:ext uri="{FF2B5EF4-FFF2-40B4-BE49-F238E27FC236}">
                    <a16:creationId xmlns:a16="http://schemas.microsoft.com/office/drawing/2014/main" id="{19AD271A-A2AE-436B-930A-5C4C1C0E28D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82485080"/>
                  </p:ext>
                </p:extLst>
              </p:nvPr>
            </p:nvGraphicFramePr>
            <p:xfrm>
              <a:off x="1130301" y="2052639"/>
              <a:ext cx="3984624" cy="256936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Marcador de contenido 3" title="Microsoft Power BI">
                <a:extLst>
                  <a:ext uri="{FF2B5EF4-FFF2-40B4-BE49-F238E27FC236}">
                    <a16:creationId xmlns:a16="http://schemas.microsoft.com/office/drawing/2014/main" id="{19AD271A-A2AE-436B-930A-5C4C1C0E28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0301" y="2052639"/>
                <a:ext cx="3984624" cy="2569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Complemento 5" title="Microsoft Power BI">
                <a:extLst>
                  <a:ext uri="{FF2B5EF4-FFF2-40B4-BE49-F238E27FC236}">
                    <a16:creationId xmlns:a16="http://schemas.microsoft.com/office/drawing/2014/main" id="{75850246-BE90-471F-915C-7F4A68D3CF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8546136"/>
                  </p:ext>
                </p:extLst>
              </p:nvPr>
            </p:nvGraphicFramePr>
            <p:xfrm>
              <a:off x="7077075" y="2076453"/>
              <a:ext cx="3984624" cy="256936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6" name="Complemento 5" title="Microsoft Power BI">
                <a:extLst>
                  <a:ext uri="{FF2B5EF4-FFF2-40B4-BE49-F238E27FC236}">
                    <a16:creationId xmlns:a16="http://schemas.microsoft.com/office/drawing/2014/main" id="{75850246-BE90-471F-915C-7F4A68D3CF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77075" y="2076453"/>
                <a:ext cx="3984624" cy="2569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Complemento 6" title="Microsoft Power BI">
                <a:extLst>
                  <a:ext uri="{FF2B5EF4-FFF2-40B4-BE49-F238E27FC236}">
                    <a16:creationId xmlns:a16="http://schemas.microsoft.com/office/drawing/2014/main" id="{FEF70DFC-335F-4168-B1C5-FA1382561B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6196066"/>
                  </p:ext>
                </p:extLst>
              </p:nvPr>
            </p:nvGraphicFramePr>
            <p:xfrm>
              <a:off x="4314030" y="4237817"/>
              <a:ext cx="3563940" cy="204311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7" name="Complemento 6" title="Microsoft Power BI">
                <a:extLst>
                  <a:ext uri="{FF2B5EF4-FFF2-40B4-BE49-F238E27FC236}">
                    <a16:creationId xmlns:a16="http://schemas.microsoft.com/office/drawing/2014/main" id="{FEF70DFC-335F-4168-B1C5-FA1382561B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14030" y="4237817"/>
                <a:ext cx="3563940" cy="204311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6160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93F04-2144-491A-991D-21F8001A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Porcentajes de resultados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0" name="Marcador de contenido 9" title="Microsoft Power BI">
                <a:extLst>
                  <a:ext uri="{FF2B5EF4-FFF2-40B4-BE49-F238E27FC236}">
                    <a16:creationId xmlns:a16="http://schemas.microsoft.com/office/drawing/2014/main" id="{8F903808-A864-44DF-9C38-A5A4B7C126AC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203325" y="2011363"/>
              <a:ext cx="9783763" cy="420687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0" name="Marcador de contenido 9" title="Microsoft Power BI">
                <a:extLst>
                  <a:ext uri="{FF2B5EF4-FFF2-40B4-BE49-F238E27FC236}">
                    <a16:creationId xmlns:a16="http://schemas.microsoft.com/office/drawing/2014/main" id="{8F903808-A864-44DF-9C38-A5A4B7C126A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3325" y="2011363"/>
                <a:ext cx="9783763" cy="42068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635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93F04-2144-491A-991D-21F8001AB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Mapeado y resultado de partidos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2" name="Complemento 11" title="Microsoft Power BI">
                <a:extLst>
                  <a:ext uri="{FF2B5EF4-FFF2-40B4-BE49-F238E27FC236}">
                    <a16:creationId xmlns:a16="http://schemas.microsoft.com/office/drawing/2014/main" id="{6D0832F2-BECB-4E4C-A8F9-BADC48E3B2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4726594"/>
                  </p:ext>
                </p:extLst>
              </p:nvPr>
            </p:nvGraphicFramePr>
            <p:xfrm>
              <a:off x="0" y="-1"/>
              <a:ext cx="12330113" cy="700087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2" name="Complemento 11" title="Microsoft Power BI">
                <a:extLst>
                  <a:ext uri="{FF2B5EF4-FFF2-40B4-BE49-F238E27FC236}">
                    <a16:creationId xmlns:a16="http://schemas.microsoft.com/office/drawing/2014/main" id="{6D0832F2-BECB-4E4C-A8F9-BADC48E3B2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"/>
                <a:ext cx="12330113" cy="70008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4841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 bandas">
  <a:themeElements>
    <a:clrScheme name="Personalizado 1">
      <a:dk1>
        <a:srgbClr val="2C2C2C"/>
      </a:dk1>
      <a:lt1>
        <a:srgbClr val="FFFFFF"/>
      </a:lt1>
      <a:dk2>
        <a:srgbClr val="93DAFA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Con banda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on banda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_rels/webextension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webextensions/webextension1.xml><?xml version="1.0" encoding="utf-8"?>
<we:webextension xmlns:we="http://schemas.microsoft.com/office/webextensions/webextension/2010/11" id="{C8C79784-C1B8-4D41-88F1-1342CE69208F}">
  <we:reference id="wa200003233" version="2.0.0.3" store="es-ES" storeType="OMEX"/>
  <we:alternateReferences>
    <we:reference id="wa200003233" version="2.0.0.3" store="wa200003233" storeType="OMEX"/>
  </we:alternateReferences>
  <we:properties>
    <we:property name="artifactName" value="&quot;Tarjeta&quot;"/>
    <we:property name="backgroundColor" value="&quot;#99E3DD&quot;"/>
    <we:property name="bookmark" value="&quot;H4sIAAAAAAAAA91YUW/jNgz+K4GB4V6CQbbsxO7bLZcNGK5DcS26h+EwUBLtqnAkQ5Z7zRX576PsXLt2WX0I2ibbU2yREj9+ZEjKd5HSbVPD+jdYYXQSnYKToKybxNE0MsNaoTBN5iWbqbTIOBZzyQqS2sZra9ro5C7y4Cr0l7rtoA4H0eIfn6cR1PUZVOGthLrFadSga62BWn/FQZlE3nW4mUZ429TWQTjy3IPHcOwNqdM7QYh/5GQRpNc3eI7SD6ucixxZKWIVS8hEzkHOSa0dFHpkO1XC0b35hTUetCEzYW2uGBNlqRB5xkSiJPJet9S136qI9fK2ceQd+bxuAjnv1Q0YiSrqXXDYDojvolOEtnO9H8tHgnPbOYmfsOxFxmu/pnOIqz9X4OUV0bUhPs6cJbZ60YX1UE8UTn7tsLKD+Mp+WTgknlR0wjafaaXVpqq3tD54eDGglOACQiuuiZvgCW2wTqH7ad0780G7b6wm0yd4X9MRQk4qc86gmPF5IgBTIQpMFT8G4j9aSXh/1+aHHZxP3xIJhVV7MB4DmsnB4SxXDdndBWM0E5U1nV9cgfOHz8dH8d1QwdrWwrB/ZVWAe6WVQhPE0yiZUXlIeCIUPeUigXQ2G03TBTFTWafJ0j8CsrB1tzIv4Ii0nfFufei0GC9U3wHnfVU5rMBvX5evw5gKLSas/dyZbaLxPbIZvhJzp9A8zeWhU5G967/1om0qDBn+CrEPaJ/PYIHlXBW8FAUvYJ7HEAM7jgy+JPPd8xnzJjju8+KgKH4BE4aw/f5AL4fC1vd95/BQ+mK9T8fxIGpc3n5nu4mftpuXT/HxTpPP+KxAxlSe5SzFPE0TcQwDET2uUGkbanxl60lDF4XrUOv/uzPpcy6NB0oqSDgCUzyLWcGyPBbjBfXArY/+S9hO+l69FT70QPbGcTwKj8fDXKapSFCKQsSQZdlMyPhIJr9PWIWte4StrbVE9yhw0QrpHh8eqA1C70szmNLYPlBz1zsTfj9qcn84+xLqLhz77gPtUPaLeReo217wdo5D/Y72ZYehezrGZ6EsiWNMOUtzxbBI54BJehwx/WYEQk26sM7gfpf+/2WE/4WcsXj3Id/Fg+1824DEMzC4gw/iAYwKhD/LSf99a8grCoGmgWNkQ/jqdU/fZvMXzReuHYcTAAA=&quot;"/>
    <we:property name="creatorSessionId" value="&quot;84a7d0b4-f6c6-44d1-9108-41e66d7e98d3&quot;"/>
    <we:property name="creatorTenantId" value="&quot;07da67a0-1f43-4e8c-977f-5f88b6470ee6&quot;"/>
    <we:property name="creatorUserId" value="&quot;10032002698B3947&quot;"/>
    <we:property name="datasetId" value="&quot;8280e1fa-17d2-453e-b0bf-fa33b5248bc1&quot;"/>
    <we:property name="embedUrl" value="&quot;/reportEmbed?reportId=75b5d5f4-60f6-40c2-9948-95bd83bb9f4d&amp;config=eyJjbHVzdGVyVXJsIjoiaHR0cHM6Ly9XQUJJLVNPVVRILUNFTlRSQUwtVVM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9VX30/bMBD+V6pIe6umJO6PlLfSdZMGBQSIPUwIneNLauTakeMwCur/vnPSwWCIIAS0e2kd++z77rsvd/FtIGRZKFgewAKDnWAGNgVhbCcKuoFu5nYPD/dm4+O9i4PxbErTpnDS6DLYuQ0c2BzdmSwrUP4Emvx53g1AqSPI/VMGqsRuUKAtjQYlb7AxpiVnK1x1A7wulLHgjzxx4NAfe0Xm9Ey+o8+MPELq5BWeYOqaWcZ4gmHGIxGl0OcJg3RIZmVjUCN70sQfXbufGO1AanLj54YiDHmWCUTWD3ksUmS1bSaVW5vw5fS6sBQdxbwsPCtjcQU6RRHUIVgsG8S3wQyhrGwdx/TBwompbIrHmNVL2km3pHOIq4sFuHROdK2IjyNriK166dQ4UB2Bne8V5qZZnptfE4vEkwh2wtU5zZRS52pN632Epw3KFKxHaPglceMjoQ3GCrS7yzqYL9L+YTXuPsL7noEQcjIZshBGAzaMOWCP8xH2BNsG4vdNSnh/SP3pCc67H4mE0iodaIceTWfjcKaLgvw+BaNVicLoyk3mYN3m9fggvysqWOsi6PcvjPBw51II1H65G8QDKg8xi7mgUcJj6A0GrTKdEDO5sZI8/ZOQiVHVQr9BIKmptLPLTcuivVC9AM44zy3m4NaP0/dhTPgW4+e+VnotNPYKNcMNMTeD4rGWm05F/i7/6kVrKTQKf4fce7TPK5hjNhQjlvERG8EwiSCCcDsUfEbuq+cV8yE47nSxURTfQPuvr9e9QG+Hwqi7vrN5KHWxfk3HccAVTq9f2G6ix+3m7SXe3mmSARuMMAxF0k/CHia9Xsy34YOIhgsU0vganxvVKeiGcOlr/f/7TfpcSO2JSgXEDCEUrB+Fo7CfRLy9oG649dG7hGWn7tXrxfseGH5wHrci4rY015m+Dy9YIN12/cBUriwgxSPQWIdaND4l1naUXNDCs1iPrf/fl6SLhsQzUJV3VN+NGzkRr5KKVcsGf2NucJ37n98qILF3vA8AAA==&quot;"/>
    <we:property name="isFiltersActionButtonVisible" value="true"/>
    <we:property name="isFooterCollapsed" value="true"/>
    <we:property name="isVisualContainerHeaderHidden" value="false"/>
    <we:property name="pageDisplayName" value="&quot;Página 1&quot;"/>
    <we:property name="pageName" value="&quot;33b8e0fb1d1ca5b83ac7&quot;"/>
    <we:property name="reportEmbeddedTime" value="&quot;2025-11-18T01:31:40.955Z&quot;"/>
    <we:property name="reportName" value="&quot;Ciencia_datos_Final&quot;"/>
    <we:property name="reportState" value="&quot;CONNECTED&quot;"/>
    <we:property name="reportUrl" value="&quot;/groups/me/reports/75b5d5f4-60f6-40c2-9948-95bd83bb9f4d/33b8e0fb1d1ca5b83ac7?ctid=07da67a0-1f43-4e8c-977f-5f88b6470ee6&amp;pbi_source=shareVisual&amp;visual=7d00bffdee350b2dce37&amp;height=132.95&amp;width=170.29&amp;bookmarkGuid=0b85848c-63fa-43c5-8ef5-10cae8d2b37d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D201FBB4-CB5B-4058-9444-686ED3547BEB}">
  <we:reference id="wa200003233" version="2.0.0.3" store="es-ES" storeType="OMEX"/>
  <we:alternateReferences>
    <we:reference id="wa200003233" version="2.0.0.3" store="wa200003233" storeType="OMEX"/>
  </we:alternateReferences>
  <we:properties>
    <we:property name="artifactName" value="&quot;Tarjeta&quot;"/>
    <we:property name="backgroundColor" value="&quot;#99E3DD&quot;"/>
    <we:property name="bookmark" value="&quot;H4sIAAAAAAAAA91YUW/bNhD+K4aAoS/GQImSLeWtc70BQzMETZA9DMVwJE8KA5kUKCqNG/i/7yi5yZJ5UWEksbcnS7wj77vvPvFI30VKt00N699ghdFJdApOgrJuEkfTyAxjcSIgyZNE5jyLGeNxwjlZbeO1NW10chd5cBX6S912UIeFaPCPz9MI6voMqvBWQt3iNGrQtdZArb/i4Ewm7zrcTCO8bWrrICx57sFjWPaG3Ok9QPgxRATp9Q2eo/TDKOciR1aKWMUSMpFzkHNyaweHHtlOl7B0H35hjQdtKEwYmyvGRFkqRJ4xkSiJvPctde23LmK9vG0cZUc5r5tAznt1A0aiivoUHLYD4rvoFKHtXJ/H8pHh3HZO4icse5Px2q9pHeLqzxV4eUV0bYiPM2eJrd50YT3UE4WTXzus7GC+sl8WDoknFZ2wzWcaabWp6i2tDxleDCgluIDQimviJmRCE6xT6H5a98l80O4bq8n0Cd7XTGRDKtkKMCyysiqgvdJKoQnmaTTnDIoZn5MGMRWiwFTxYyjKRyspl9+1+WFHPaZviYRKrj0YjwHN5OBwlquG4u6CMapSZU3nF1fg/OG1+qi+4zJNZrR1JDwRip5ykUA6m43KdEHMVNZpivSPgixs3a3MCyQibWe8Wx9aFuOb2HfAeV9VDivw29fl6zCmQvsJYz93Zis0voea4SsxdwrNUy0PXYziXf+tT22lMCj8FWof0D6vYIHlXBW8FAUvYJ7HEAM7DgVfUvjuecW8CY57XRwUxS9gwgFtvw/o5VDY+r7vHB5Kv1nv03E8iBqXt9/ZbuKn7eblJT7eafIZnxXImMqznKWYp2kijuFARI8rVNqGPb6y9aShS8R12Ov/u+fV51KiHMhZKkg4AlPhZlSwLI/F+KZ54PZG3wu2k74fb40PfY69ca2OIuPxb65MU5GgFIWIIcuymZDxkZzuPmEVpu5RtrbWEt2jwkUrpHt8eKBWB30uzRBKY/tAzV2fTPj9qCn9Ye1LqLuw7LsPNEPZL+ZdoG77mew88vQz2pc98NzTMX7eyZI4xpSzNFcMi3QOmKTHUdNvQSDsOxfWGdzv0v+/rPC/kDNW777ku3iwnW8bkHgGBnfwQTyAUYHwZznp/98adEUl0HSoGJkQ/vW6p2+z+QuG3EyGhxMAAA==&quot;"/>
    <we:property name="creatorSessionId" value="&quot;d4d9b83f-7a3c-47bf-94b2-86b11e18019f&quot;"/>
    <we:property name="creatorTenantId" value="&quot;07da67a0-1f43-4e8c-977f-5f88b6470ee6&quot;"/>
    <we:property name="creatorUserId" value="&quot;10032002698B3947&quot;"/>
    <we:property name="datasetId" value="&quot;8280e1fa-17d2-453e-b0bf-fa33b5248bc1&quot;"/>
    <we:property name="embedUrl" value="&quot;/reportEmbed?reportId=75b5d5f4-60f6-40c2-9948-95bd83bb9f4d&amp;config=eyJjbHVzdGVyVXJsIjoiaHR0cHM6Ly9XQUJJLVNPVVRILUNFTlRSQUwtVVM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9VX30/bMBD+V6pIe6umJO6PlLfSdZMGBQSIPUwIneNLauTakeMwCur/vnPSwWCIIAS0e2kd++L77rvPd/FtIGRZKFgewAKDnWAGNgVhbCcKuoFu5nYPD/dm4+O9i4PxbErTpnDS6DLYuQ0c2BzdmSwrUH4Hmvx53g1AqSPI/VMGqsRuUKAtjQYlb7AxpiVnK1x1A7wulLHgtzxx4NBve0Xm9Ey+o8+MPELq5BWeYOqaWcZ4gmHGIxGl0OcJg3RIZmVjUCN70sRvXbufGO1AanLj54YiDHmWCUTWD3ksUmS1bSaVW5vw5fS6sBQdxbwsPCtjcQU6RRHUIVgsG8S3wQyhrGwdx/TBwompbIrHmNVL2km3pH2Iq4sFuHROdK2IjyNriK166dQ4UB2Bne8V5qZZnptfE4vEkwh2wtU5zZRS52pN632Epw3KFKxHaPglceMjoReMFWh3l3UwX6T9w2rcfYT3PQNZkUrWyvObLIzwaOdSCNR+uRsMWQijARvGHLDH+Qh7gm1DUvZNSrH8kPrTE/nofiQSSrl0oB16NJ2Nw5kuCvL7FIxWlQqjKzeZg3Wb1+qD/LbLNB5Q6YhZzAWNEh5DbzBolemEmMmNleTpn4RMjKoW+g0CSU2lnV1uWhbtRewFcMZ5bjEHt36cvg9jwrcfP/e10muhsVeoGW6IuRkUj7XcdDHyd/lXn1pLoVH4O+Teo31ewRyzoRixjI/YCIZJBBGE26HgM3JfPa+YD8Fxp4uNovgG2n+Zve4AvR0Ko+76zuah1MX6NR3HAVc4vX5hu4ket5u3l3h7p0kGbDDCMBRJPwl7mPR6Md+GDyIaLlBI42t8blSnoNvDpa/1/+/36nMhUQxknAqIGUIoWD8KR2E/iXh70dxwe6PzgmWn7sfrxfs+F35wrrYi4rYzVx+7+/CCBdJt1w9M5coCUjwCjXWoReNTYm1HyQUtPIv12Pr/fUm6aEg8A1V5R/XduDnbxKukgtTygr8xN7jO/c9vxnn4mbwPAAA=&quot;"/>
    <we:property name="isFiltersActionButtonVisible" value="true"/>
    <we:property name="isFooterCollapsed" value="true"/>
    <we:property name="isVisualContainerHeaderHidden" value="false"/>
    <we:property name="pageDisplayName" value="&quot;Página 1&quot;"/>
    <we:property name="pageName" value="&quot;33b8e0fb1d1ca5b83ac7&quot;"/>
    <we:property name="reportEmbeddedTime" value="&quot;2025-11-18T01:33:37.262Z&quot;"/>
    <we:property name="reportName" value="&quot;Ciencia_datos_Final&quot;"/>
    <we:property name="reportState" value="&quot;CONNECTED&quot;"/>
    <we:property name="reportUrl" value="&quot;/groups/me/reports/75b5d5f4-60f6-40c2-9948-95bd83bb9f4d/33b8e0fb1d1ca5b83ac7?ctid=07da67a0-1f43-4e8c-977f-5f88b6470ee6&amp;pbi_source=shareVisual&amp;visual=86369e00d85804e8442b&amp;height=132.28&amp;width=213.44&amp;bookmarkGuid=33deb762-b38f-4692-9d8a-9505a5f9b66c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35BDC90D-2B3F-4031-BF55-CAAFB257078E}">
  <we:reference id="wa200003233" version="2.0.0.3" store="es-ES" storeType="OMEX"/>
  <we:alternateReferences>
    <we:reference id="wa200003233" version="2.0.0.3" store="wa200003233" storeType="OMEX"/>
  </we:alternateReferences>
  <we:properties>
    <we:property name="artifactName" value="&quot;Tarjeta&quot;"/>
    <we:property name="backgroundColor" value="&quot;#99E3DD&quot;"/>
    <we:property name="bookmark" value="&quot;H4sIAAAAAAAAA91Y227jNhD9FUNAsS9GIYm65m3rdQsUmyLYBOlDsSiG5EhhIJMCRWXjDfzvHUrepEndaGEksdsnSbzMnDlzxBnpLpCqaxtY/wYrDE6CU7ACpLGzKJgHehwTkeRJnkdZhqkIk1CwqKRZ0zpldBec3AUObI3uUnU9NN4QDf7xeR5A05xB7Z8qaDqcBy3azmho1FccF9OUsz1u5gHeto2x4E2eO3Dozd7QcnomCNGPjDyCcOoGz1G4cZQxXmBY8UhGAlJeMBA5LevGBQOynUu86cH9wmgHSpMbP5bLMORVJRFZGvJYCmTD2ko1bruEr5e3raXoKOZ168l5L29AC5TBEILFbkR8F5widL0d4lg+mjg3vRX4CathSjvl1mSHuPpzBU5cEV0b4uPMGmJrmLowDpqZxNmvPdZmnL4yXxYWiScZnISbzzTSKV03W1ofIrwYUQqwHqHh18SNj4Q2GCvR/rQegvmg7DdW4/kTvK8ZyIZUshWgN7Iy0qO9UlKi9tPzIGchlBnLYw6YcF5iItkxJOWjERTL70r/sCMf87dEQilXDrRDj2Z2cDjLVUt+d8GYVKk0uneLK7Du8Fp9lN9pmcYZHR0xi7mku4LHkGTZpEwXxExtrCJP/0jIwjT9Sr9AIML02tn1oWUxfYh9B5z3dW2xBrd9XL4OY9KXHz/2c6+3QmN7qBm+EnOn0D7V8ljFyN/13+rUVgqjwl8h9x7t8wrmWOWyZBUvWQl5EUEE4XEo+JLc988r5k1w3OvioCh+Ae0btP1eoJdDYZr7unN4KMNhvU/FccAbXN5+Z7mJnpabl5f4dKUpMpaVGIaySIswwSJJYn4MDRHdrlAq48/42jSzlj4irv1Z/9/tV58LaTpRQkLMEELJ0igsw7SI+PSBeuDSR+8SdrOhVm8nH2pg+MZ5PIqIKUQaqpKExyh4ySNI0zTjIjqS7u4T1n7rHqnpGiXQPkpOsEL6jvc3VOpgiKUdXSnsHlR+NwTjrx8VhT/avoSm92bffaAd0nzR7/xbsOVvZ8sz7OhetuG5p2O630njKMKEhUkhQyyTHDBOjiOn35yAP3cujNW430f//zLD/0LOVL6HlO/iwfSua0HgGWjcwQfxAFp6wp/lZPi/NeqKUqCoqZjY4P963dO32fwFyomuO4cTAAA=&quot;"/>
    <we:property name="creatorSessionId" value="&quot;6b4aed96-e06a-42ca-90cb-7543e017c673&quot;"/>
    <we:property name="creatorTenantId" value="&quot;07da67a0-1f43-4e8c-977f-5f88b6470ee6&quot;"/>
    <we:property name="creatorUserId" value="&quot;10032002698B3947&quot;"/>
    <we:property name="datasetId" value="&quot;8280e1fa-17d2-453e-b0bf-fa33b5248bc1&quot;"/>
    <we:property name="embedUrl" value="&quot;/reportEmbed?reportId=75b5d5f4-60f6-40c2-9948-95bd83bb9f4d&amp;config=eyJjbHVzdGVyVXJsIjoiaHR0cHM6Ly9XQUJJLVNPVVRILUNFTlRSQUwtVVM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9VXXU/bMBT9K1WkvVVTEvcj5a103aRBAQFiDxNC1/FNapTakeMwCup/37XTwWCIIAS0e6pj3/qec+6Jb3wbCFmVBSwPYIHBTjADk4LQphMF3UA1c7uHh3uz8fHexcF4NqVpXVqpVRXs3AYWTI72TFY1FG4Hmvx53g2gKI4gd08ZFBV2gxJNpRUU8gabYFqypsZVN8DrstAG3JYnFiy6ba8onJ4pd/SZUUZIrbzCE0xtM8sYTzDMeCSiFPo8YZAOKaxqAjyyJ0Pc1j79RCsLUlEaNzcUYcizTCCyfshjkSLzsZks7DqEL6fXpSF2xHlZOlXG4gpUiiLwFAxWDeLbYIZQ1cbzmD5YONG1SfEYM7+krLRL2oe0uliATeck14r0ODKa1PJLp9pC0RHY+V5jrpvluf41MUg6iWAnXJ3TTCVVXqxlvWd42qBMwTiEml+SNo4J/UEbgWZ36cl8keaPqnH3Ed73JLIil6yd5zZZaOHQzqUQqNxyNxiyEEYDNow5YI/zEfYE24ai7OuUuPyQ6tMT9eh+JBIqubSgLDo0nY3DmS5KyvsUjFaXCq1qO5mDsZv36oP6tts0HtDREbOYCxolPIbeYNBq0wkpk2sjKdM/BZnool6oNyCS6lpZs9y0LdoPsRfAGee5wRzs+nH6PooJ137c3NdarY3GXuFmuCHlZlA+9nLTxSjf5V99am2FxuHvUHuH9nkHc8yGYsQyPmIjGCYRRBBuh4PPKH39vGM+BMedLzaK4hso92X2uhfo7VDo4q7vbB6KP6xf03Es8AKn1y9sN9HjdvP2Fm/vNMmADUYYhiLpJ2EPk14v5tvwQUTDBQqp3Rmf66JT0u3h0p31/+/36nOU2guVCogZQihYPwpHYT+JePuBuuHWR+8SVh3fq9eL9z0w/OA6bgVjorjy1bynECyQbrtuoGtblZDiESj0dMpmX4k+jgoISjil/Ni4331JtW+EOoOidhr5u3FjGdJO0oHU8gd3Yw48LA/uNwFThOa8DwAA&quot;"/>
    <we:property name="isFiltersActionButtonVisible" value="true"/>
    <we:property name="isFooterCollapsed" value="true"/>
    <we:property name="isVisualContainerHeaderHidden" value="false"/>
    <we:property name="pageDisplayName" value="&quot;Página 1&quot;"/>
    <we:property name="pageName" value="&quot;33b8e0fb1d1ca5b83ac7&quot;"/>
    <we:property name="reportEmbeddedTime" value="&quot;2025-11-18T01:38:50.383Z&quot;"/>
    <we:property name="reportName" value="&quot;Ciencia_datos_Final&quot;"/>
    <we:property name="reportState" value="&quot;CONNECTED&quot;"/>
    <we:property name="reportUrl" value="&quot;/groups/me/reports/75b5d5f4-60f6-40c2-9948-95bd83bb9f4d/33b8e0fb1d1ca5b83ac7?ctid=07da67a0-1f43-4e8c-977f-5f88b6470ee6&amp;pbi_source=shareVisual&amp;visual=cda23ea0d351090581b0&amp;height=132.28&amp;width=240.50&amp;bookmarkGuid=58e84eb7-795f-479d-be5e-e101ed46957f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DCB7D606-48A0-47E9-B89B-5E8DE22D2C83}">
  <we:reference id="wa200003233" version="2.0.0.3" store="es-ES" storeType="OMEX"/>
  <we:alternateReferences>
    <we:reference id="wa200003233" version="2.0.0.3" store="wa200003233" storeType="OMEX"/>
  </we:alternateReferences>
  <we:properties>
    <we:property name="annotationNoteShown" value="true"/>
    <we:property name="artifactName" value="&quot;Resultados&quot;"/>
    <we:property name="backgroundColor" value="&quot;#99E3DD&quot;"/>
    <we:property name="bookmark" value="&quot;H4sIAAAAAAAAA+1YTW/bOBD9K4aAohej0Kct5Za63gW2dRvEQXpYFMVQHCkMZFKgqDRu4P/eIeUkm9QbBYYTe4E9WSJHwzdvnmdGuvG4aOoKlp9hgd6RNwOdA1d6EHhDT3Zr7798+Tg7Pv34/fPxbErLqjZCycY7uvEM6BLNuWhaqKwHWvz729CDqjqB0t4VUDU49GrUjZJQiZ/YGdOW0S2uhh5e15XSYF3ODRi0bq/InO7p7OBdRCdCbsQVzjE33WoUsRT9ggU8yCFhaQT5mMyazsAh22hiXbvjJ0oaEJKOsWtj7vusKDhilPgs5DlGzrYQlVmbsOX0utYUHcW8rC0rx/wKZI7ccyFobDrEN94MoWm1i2P6YGOuWp3jKRZuSxphluSHuPq+AJNfEF0r4uNEK2LLbZ0pA9WA4+CvFkvVbV+oHxONxBP3jvzVN1pphCyrNa33EZ51KHPQFqFil8SNjYQeUJqjfr90wXwQ+pbVcPgI70sGsiKVrJVnnSwUt2gvBOco7fbQG0c+ZKNoHDLAmLEMYx4dQlI+qZxi+Srkmw35GL4mEkq5MCANWjSDvcOZLmo6dxOMXpVyJVszuQBt9q/VB/kl6LQbjqg8hFHIOF2lLIR4NOqV4oSiL5UW5O030ieqahdyB2Bz1Uqjl/tOfX+hegac47LUWIJZ305fhjFuW4xd+6OVazFFWygWfhJzM6gf67XrVHTe5T960VoKnYpfIPcW7dPFlGEx5llUsCzKYJwGEIB/GAo+p+PbpxXzKjjudLFXFH+CtNPXdn+g3aFQ1V1v2T8UV5C36SoGWIXT62e2lOBxS9m1tPpHnnQUjTL0fZ4mqR9jGschO4SRhy4XyIWyFb5U1aCm94NLW+n/uxPpUyH1JyrnEEYIPo+SwM/8JA1Yfzndc+OjfxI2A9ep15v3HdB/5TweRMT9aS7imIWYs4wFkCTJiOXBgcx9p1jaR7dIW1OJHPWDxHkLpLd4e0GVClwsdXeUwOaemhsXjP39JCj8zvc5VK11+/YDPcHVD/nWUue4bbC6FcBvHhtDBJm5Azp3dj3+3XeEtevVv81ZzrjZ7ZR1x3T/kJWEQYBx5Mcp9zGLx4BhfBhyuT0EbLk7U1ridl8T/hfPTnjvk5JT0yaKVWuaGnI8AYkbiCEKQHKby+fRMbTZFTQk9Txgv9Td0bda/QKWrfBiNBQAAA==&quot;"/>
    <we:property name="creatorSessionId" value="&quot;471e835a-0c36-4549-9a59-b0d2717e3dad&quot;"/>
    <we:property name="creatorTenantId" value="&quot;07da67a0-1f43-4e8c-977f-5f88b6470ee6&quot;"/>
    <we:property name="creatorUserId" value="&quot;10032002698B3947&quot;"/>
    <we:property name="datasetId" value="&quot;8280e1fa-17d2-453e-b0bf-fa33b5248bc1&quot;"/>
    <we:property name="embedUrl" value="&quot;/reportEmbed?reportId=75b5d5f4-60f6-40c2-9948-95bd83bb9f4d&amp;config=eyJjbHVzdGVyVXJsIjoiaHR0cHM6Ly9XQUJJLVNPVVRILUNFTlRSQUwtVVMtcmVkaXJlY3QuYW5hbHlzaXMud2luZG93cy5uZXQiLCJlbWJlZEZlYXR1cmVzIjp7InVzYWdlTWV0cmljc1ZOZXh0Ijp0cnVlfX0%3D&amp;disableSensitivityBanner=true&amp;storytellingAnnotations=true&amp;storytellingChangeViewModeShortcutKeys=true&quot;"/>
    <we:property name="initialStateBookmark" value="&quot;H4sIAAAAAAAAA+1YTW/bOBD9K4aAohej0Kct5Za63gW2dRvEQXpYFMVQHCkMZFKgqDRu4P/eIeUkm9QbBYYTe4E9WSJHwzdvnmdGuvG4aOoKlp9hgd6RNwOdA1d6EHhDT3Zr7798+Tg7Pv34/fPxbErLqjZCycY7uvEM6BLNuWhaqKwHWvz729CDqjqB0t4VUDU49GrUjZJQiZ/YGdOW0S2uhh5e15XSYF3ODRi0bq/InO7p7OBdRCdCbsQVzjE33WoUsRT9ggU8yCFhaQT5mMyazsAh22hiXbvjJ0oaEJKOsWtj7vusKDhilPgs5DlGzrYQlVmbsOX0utYUHcW8rC0rx/wKZI7ccyFobDrEN94MoWm1i2P6YGOuWp3jKRZuSxphluSHuPq+AJNfEF0r4uNEK2LLbZ0pA9WA4+CvFkvVbV+oHxONxBP3jvzVN1pphCyrNa33EZ51KHPQFqFil8SNjYQeUJqjfr90wXwQ+pbVcPgI70sGsiKVrJVnnSwUt2gvBOco7fbQG0c+ZKNoHDLAmLEMYx4dQlI+qZxi+Srkmw35GL4mEkq5MCANWjSDvcOZLmo6dxOMXpVyJVszuQBt9q/VB/kl6LQbjqg8hFHIOF2lLIR4NOqV4oSiL5UW5O030ieqahdyB2Bz1Uqjl/tOfX+hegac47LUWIJZ305fhjFuW4xd+6OVazFFWygWfhJzM6gf67XrVHTe5T960VoKnYpfIPcW7dPFlGEx5llUsCzKYJwGEIB/GAo+p+PbpxXzKjjudLFXFH+CtNPXdn+g3aFQ1V1v2T8UV5C36SoGWIXT62e2lOBxS9m1tPpHnnQUjTL0fZ4mqR9jGschO4SRhy4XyIWyFb5U1aCm94NLW+n/uxPpUyH1JyrnEEYIPo+SwM/8JA1Yfzndc+OjfxI2A9ep15v3HdB/5TweRMT9aS7imIWYs4wFkCTJiOXBgcx9p1jaR7dIW1OJHPWDxHkLpLd4e0GVClwsdXeUwOaemhsXjP39JCj8zvc5VK11+/YDPcHVD/nWUue4bbC6FcBvHhtDBJm5Azp3dj3+3XeEtevVv81ZzrjZ7ZR1x3T/kJWEQYBx5Mcp9zGLx4BhfBhyuT0EbLk7U1ridl8T/hfPTnjvk5JT0yaKVWuaGnI8AYkbiCEKQHKby+fRMbTZFTQk9Txgv9Td0bda/QKWrfBiNBQAAA==&quot;"/>
    <we:property name="isFiltersActionButtonVisible" value="true"/>
    <we:property name="isFooterCollapsed" value="true"/>
    <we:property name="isVisualContainerHeaderHidden" value="false"/>
    <we:property name="numberOfAnnotations" value="0"/>
    <we:property name="pageDisplayName" value="&quot;Página 1&quot;"/>
    <we:property name="pageName" value="&quot;33b8e0fb1d1ca5b83ac7&quot;"/>
    <we:property name="reportEmbeddedTime" value="&quot;2025-11-18T03:12:37.859Z&quot;"/>
    <we:property name="reportName" value="&quot;Ciencia_datos_Final&quot;"/>
    <we:property name="reportState" value="&quot;CONNECTED&quot;"/>
    <we:property name="reportUrl" value="&quot;/groups/me/reports/75b5d5f4-60f6-40c2-9948-95bd83bb9f4d/33b8e0fb1d1ca5b83ac7?ctid=07da67a0-1f43-4e8c-977f-5f88b6470ee6&amp;pbi_source=shareVisual&amp;visual=730a96372bae4bb9e4d3&amp;height=149.38&amp;width=542.24&amp;bookmarkGuid=23811ddc-65d9-45a9-a64d-8958b883fcc5&quot;"/>
  </we:properties>
  <we:bindings/>
  <we:snapshot xmlns:r="http://schemas.openxmlformats.org/officeDocument/2006/relationships" r:embed="rId1"/>
</we:webextension>
</file>

<file path=ppt/webextensions/webextension5.xml><?xml version="1.0" encoding="utf-8"?>
<we:webextension xmlns:we="http://schemas.microsoft.com/office/webextensions/webextension/2010/11" id="{32851A4F-108E-491A-A9A6-A89B68C04B0D}">
  <we:reference id="wa200003233" version="2.0.0.3" store="es-ES" storeType="OMEX"/>
  <we:alternateReferences>
    <we:reference id="wa200003233" version="2.0.0.3" store="wa200003233" storeType="OMEX"/>
  </we:alternateReferences>
  <we:properties>
    <we:property name="reportUrl" value="&quot;/links/hCH-u7JZHd?ctid=07da67a0-1f43-4e8c-977f-5f88b6470ee6&amp;pbi_source=linkShare&quot;"/>
    <we:property name="reportName" value="&quot;Ciencia_datos_Final&quot;"/>
    <we:property name="reportState" value="&quot;CONNECTED&quot;"/>
    <we:property name="embedUrl" value="&quot;/reportEmbed?reportId=75b5d5f4-60f6-40c2-9948-95bd83bb9f4d&amp;config=eyJjbHVzdGVyVXJsIjoiaHR0cHM6Ly9XQUJJLVNPVVRILUNFTlRSQUwtVVMtcmVkaXJlY3QuYW5hbHlzaXMud2luZG93cy5uZXQiLCJlbWJlZEZlYXR1cmVzIjp7InVzYWdlTWV0cmljc1ZOZXh0Ijp0cnVlfX0%3D&amp;disableSensitivityBanner=true&amp;storytellingChangeViewModeShortcutKeys=true&quot;"/>
    <we:property name="pageDisplayName" value="&quot;Página 2&quot;"/>
    <we:property name="datasetId" value="&quot;8280e1fa-17d2-453e-b0bf-fa33b5248bc1&quot;"/>
    <we:property name="backgroundColor" value="&quot;#FFFFFF&quot;"/>
    <we:property name="bookmark" value="&quot;H4sIAAAAAAAAA+1X224bNxD9FYFAkReh2Iuk3fWbqyhFi7gwIsN5KIxilhyt1+CSCy7XsWLog/od/bEOScmpnU3iqnbkh77t8jJz5swhZ3jLRN21Eta/QYPsiJ2A4SC0GcVszFQYgziaFHkxzfMo4byM8kIUNKtbW2vVsaNbZsFUaM/rrgfpDNHg76zMVmmSTePJVMRxHmGRcWQXYwZSnkLl1qxAdjhmLZpOK5D1RwwmaMqaHjdjhjet1Aaco6UFi87ZNS2nfwIW/5gSDuC2vsYlchtG81UZxbgq0yzJpwhciElEy7qwwOMdXOJMe/dzrSzUity4MYh4DEWBcRlHPM3KaMITN76qpd0uKdeLm9ZQzMTEunWUHYtrUBwF8yEY7ALiW3aC0PXGx7G4N7HUveH4Dld+Stnarh31Uv7RgOWXRNeG+Dg1mtjyU281Bzl6X6sf/Myl/jA3SBQJdhRtxt8TCSWttqAsOjSjg8NZNC35HYJxQSNdrSq51dmnlJ8FdEKr3s4vwVin7/KKJOMSTNu0EWh+Wvscv67NTmzJ+AHaZ8ovQafZlE+mk9Vqhck0mRVlNC347JtSnFP0lTY1WfuM9LmWfaOeACzXvbJmfejUn2lLnAkc/dpTzN1+cI6rymAFdvu7eB7GhLvN3NibXm3FlO6hWPhIzJ1A+1Cv4VIkf1f/uPa2Uggqfobck0hpavDefxEqPSf3/ddV8V1w3OX+oCh+BuUq/X6H5OlQaHlXPw4PxV+6+1QOC6XExc0jy0b8sGw8tbRCvcCCOrcS4hTjGKJikmVx8TJO4jus3NY9iO5kzdHc45k1SO2n+6iQuja3icJpg7cau08h3/863zWSVMXfGN34bds+GMjDYCBjFoAQ1DF7f4mubvnbVIl6VzJ+eUBR9/gLN/x4AF+ijPyeg+x9k01m39Y2xHwbhmnpq+Pmrz9dBqkUytGyN6/ctosgC2+AZAIDLDVaeB7Ra2LY9mvaIfQH5WwGYx3KnbA/s9hZwmGXPqNLv+4b9v2bYGt686VCdhf/c0gyVLEsn2A6jbI4nSXZTKRRVMQv4+zsnLjsjs60UTjY6fy3k/S/QB7Le5BLjpDzJJnFMCuLCMs8z+AlvBLps0FRa4e50nLU0tP+yjXH+yiGgxGHfxh9LaRwwW2GNa1727XA8RQUDiiRUgBKOCr+hf42m78BzFHlQ0IRAAA=&quot;"/>
    <we:property name="initialStateBookmark" value="&quot;H4sIAAAAAAAAA+1XUW/TMBD+K1UkxEuF4qRtmr1tpSABhWmdxgNC08W+ZJ5cO3KcsTL1v3N2ugGjMFR1dA+8Jb7z3XffffE5N5GQTa1g+R4WGB1EM7AchLE9FvUj3a0dffjwdnZ48vb8/eFsSsumdtLoJjq4iRzYCt2ZbFpQPgItfvrcj0CpY6j8WwmqwX5Uo22MBiW/YudMJmdbXPUjvK6VseBDzh049GGvyJ3eKTd7kVJG4E5e4Ry561bHZREzLIs0S8ZDBC7EICa3pnMIyDa6+NAh/cRoB1JTGr8GMWeQ58gKFvM0K+IBT/x6KZVbuxTL6XVtqTqqeVl7Vg7FFWiOIgolWGw6xDfRDKFpbahj+pNhblrL8QTLYNJOuiXFIa7OF+D4BdG1Ij6OrSG2gumd4aB6H6V+FiwX5svEIlEkooN41f+XSKhp0oF26NH09g5nuqgp7yYYn2mlkbpSa519b/lph04Y3brJBVjnlVxckmR8g2mbsQLt0TL0+KW0t2JL+vfQPlJ/CTpZUz4YDsqyxGSYjPIiHuZ89KAUJ1R9ZaykaL+QPjGqXegdgOWm1c4u9936U+OIM4G9Ny3V3GwH57CqLFbg1q/Tx2FM+NPMr71q9VpM6RaKha/E3Azq+3rtDkXKd/nDsbeWQqfiR+g9iZRMRVamSTZkg6FgbBxjnnF8Gio9o/Ttn1XxT3Dc9X6vKF6D9sN8u49kdyiMupsf+4cSDt1tJoeDQuH0+i/HBrs/NnYtrW5eYM7iQQEsRcYgzgdZxvKn8SWeYOW3bkF0oyRH+xPP0QLpoukfqHoItdRdKomd3YhgxlDqTfROUvld7DNQrQ/7/CXtEOaLfu7ZI/78hVHd9uuXiI0jgtw8AJ0Hvwfih6vuOvTqd+dzcG52ezrfMd0dztl4gOkwzlg6SrKRSOM4Z09DErdJwM/vU2M1bhzg/wWyY4H8hvdOLmOEMU+SEYNRkcdYjMcZPIWfH3pcoJDGY66M6tX0U3rp73zbKIaDFfu/7/+ppNAN779J06Z1TQ0cj0HjBiVSC0ALT8Xf6a/vyZE0zR7Y4P/Q7/S6Wn0DSWkHnCwQAAA=&quot;"/>
    <we:property name="isFooterCollapsed" value="true"/>
    <we:property name="isFiltersActionButtonVisible" value="true"/>
    <we:property name="isVisualContainerHeaderHidden" value="false"/>
    <we:property name="reportEmbeddedTime" value="&quot;2025-11-18T03:34:58.253Z&quot;"/>
    <we:property name="creatorTenantId" value="&quot;07da67a0-1f43-4e8c-977f-5f88b6470ee6&quot;"/>
    <we:property name="creatorUserId" value="&quot;10032002698B3947&quot;"/>
    <we:property name="creatorSessionId" value="&quot;05b6fcd8-0b4c-4340-b820-499593ce148d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TM03090430[[fn=Con bandas]]</Template>
  <TotalTime>239</TotalTime>
  <Words>107</Words>
  <Application>Microsoft Office PowerPoint</Application>
  <PresentationFormat>Panorámica</PresentationFormat>
  <Paragraphs>10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Corbel</vt:lpstr>
      <vt:lpstr>Wingdings</vt:lpstr>
      <vt:lpstr>Con bandas</vt:lpstr>
      <vt:lpstr>Futbol desde 2012</vt:lpstr>
      <vt:lpstr>DATOS PRINCIPALES</vt:lpstr>
      <vt:lpstr>Juegos y goles</vt:lpstr>
      <vt:lpstr>Porcentajes de resultados</vt:lpstr>
      <vt:lpstr>Mapeado y resultado de partidos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</dc:title>
  <dc:creator>Carlos Cortés</dc:creator>
  <cp:lastModifiedBy>Carlos Cortés</cp:lastModifiedBy>
  <cp:revision>10</cp:revision>
  <dcterms:created xsi:type="dcterms:W3CDTF">2025-11-17T23:37:06Z</dcterms:created>
  <dcterms:modified xsi:type="dcterms:W3CDTF">2025-11-18T03:36:54Z</dcterms:modified>
</cp:coreProperties>
</file>